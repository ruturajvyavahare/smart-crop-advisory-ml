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Smart Crop Advisory System presentation. Our system unifies multi-class crop classification, continuous yield forecasting, and real-world Mandi prices with CACP cultivation costs into a complete decision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457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800" b="1">
                <a:solidFill>
                  <a:srgbClr val="FFFFFF"/>
                </a:solidFill>
              </a:defRPr>
            </a:pPr>
            <a:r>
              <a:t>SMART CROP ADVISORY SYSTEM</a:t>
            </a:r>
          </a:p>
          <a:p>
            <a:pPr>
              <a:spcAft>
                <a:spcPts val="2800"/>
              </a:spcAft>
              <a:defRPr sz="1800">
                <a:solidFill>
                  <a:srgbClr val="DCFCE7"/>
                </a:solidFill>
              </a:defRPr>
            </a:pPr>
            <a:r>
              <a:t>Machine Learning Based Crop Recommendation, Yield Prediction &amp; Profit Estimation</a:t>
            </a:r>
          </a:p>
          <a:p>
            <a:pPr>
              <a:defRPr sz="1300">
                <a:solidFill>
                  <a:srgbClr val="BBF7D0"/>
                </a:solidFill>
              </a:defRPr>
            </a:pPr>
            <a:r>
              <a:t>Domain: Artificial Intelligence in Precision Agriculture &amp; Agribusiness Economics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Key Agricultural Challenges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Traditional Decision Making: Over 50% of farmers rely on intuition or generational habit rather than empirical soil data.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Soil-Crop Mismatch: Planting crops unsuited to nitrogen or potassium levels leads to low productivity and fertilizer wastage.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Monsoon &amp; Climate Shifts: High inter-annual rainfall and temperature variability increases crop vulnerability.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High Input Costs: Fertilizer, seed, and machinery expenses have climbed, making uninformed sowing financially perilous.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The Core Research Gap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Commercial Disconnect: Prior academic tools only output a biological crop label.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No Profitability Forecast: They fail to answer if the recommended crop will generate a profit.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Disjointed Information: Mandi prices, cultivation costs, and soil ML models exist in isolated silos.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Our Solution: A unified engine integrating biological suitability with commercial viability.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System Objectives &amp;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1. Crop Recommendation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Train Random Forest &amp; XGBoost classifiers.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Predict best crop across 22 classes using 7 NPK and weather parameters.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Achieve &gt;99% test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2. Yield Prediction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Train non-linear regressors across 198k historical records.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Predict harvest in kg/ha, quintals/ha, and quintals/acre.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Incorporate seasonal and soil effects.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3. Economics Integration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Cross-reference 122 APMC Mandi commodity rates.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Integrate CACP C2 comprehensive cultivation costs across 20 Indian states.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Break down operational expenses.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4. Farm Advisory Platform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Compute Gross Revenue, Net Profit, ROI %, and break-even points.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Build interactive Streamlit web dashboard.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Support scenario simulation and CSV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Pipeline Decision Flow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1: Farmer Inputs -&gt; Soil Nutrients (NPK, pH), Weather (Temp, Rain, Humidity), Location &amp; Farm Area.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2: Crop Recommendation Classifier -&gt; Random Forest predicts primary crop + top-3 alternatives with confidence.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3: Canonical Mapping &amp; Normalization -&gt; Resolves crop string across Yield, Price, and Cost datasets.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4: Yield Prediction Regressor -&gt; XGBoost regressor estimates expected harvest (kg/ha and quintals/acre).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5: Mandi Price Engine -&gt; Official modal market prices and MSP rates retrieved from 122-crop database.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6: CACP Cost Engine -&gt; Comprehensive C2 state cultivation costs retrieved from 3,880 survey records.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7: Economic Engine -&gt; Harvest production, gross revenue, cultivation costs, net profit, and ROI % calculated.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Step 8: Interactive Streamlit UI -&gt; Metric cards, scenario simulations, and diagnostic reports presented.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Agricultural Datasets (100% Real Data)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Crop Recommendation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File: Crop_recommendation.csv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Observations: 2,200 rows (100 per class)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Features: N, P, K, Temperature, Humidity, pH, Rainfall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Target: 22 major field and horticultural crops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Historical Crop Yield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File: crop_yield_dataset.csv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Observations: 198,369 records (1966-2017)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Geographic: 309 districts across 20 Indian states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Features: 9 environmental/fertilizer + 4 categorical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Mandi Market Prices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File: india-crop-prices.csv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Commodities: 122 crops from Agmarknet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Attributes: Modal price, Min, Max, MSP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Unit: Rs / Quintal (1 Quintal = 100 kg)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Cost of Cultivation Data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File: cost-of-cultivation.csv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Records: 3,880 state-level agricultural surveys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Authority: Commission for Agricultural Costs &amp; Prices (CACP)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Features: Comprehensive C2 cost, seed, labor, fertilizer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Crop Recommendation: 99.55% Accuracy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Classifier Comparison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Task: Multi-class classification (22 crop classes)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Random Forest: Accuracy = 99.55% | F1 = 0.9955 (WINNER)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XGBoost Classifier: Accuracy = 99.09% | F1 = 0.9909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Key Feature Drivers: Humidity (22.8%), Rainfall (21.4%), Phosphorus (16.2%), Potassium (15.8%), Nitrogen (11.7%).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Stratified Split: 80% train, 20% test partition.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Artifact: Saved to models/crop_recommendation_model.pkl</a:t>
            </a:r>
          </a:p>
        </p:txBody>
      </p:sp>
      <p:pic>
        <p:nvPicPr>
          <p:cNvPr id="4" name="Picture 3" descr="crop_rec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Crop Yield Prediction: R² = 0.8801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Regression Modeling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Task: Continuous non-linear yield regression (kg/ha)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XGBoost Regressor: R² = 0.8801 | RMSE = 516.15 kg/ha (WINNER)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Random Forest Regressor: R² = 0.8757 | RMSE = 525.41 kg/ha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Pipeline: ColumnTransformer with OneHotEncoder for State, Crop, Season, Soil Type + StandardScaler for continuous features.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Predictors: Fertilizer, Rainfall, Crop identity, Soil classification, and Potassium.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Artifact: Saved to models/yield_prediction_model.pkl</a:t>
            </a:r>
          </a:p>
        </p:txBody>
      </p:sp>
      <p:pic>
        <p:nvPicPr>
          <p:cNvPr id="4" name="Picture 3" descr="yield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47548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Agricultural Economics &amp; Calculations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Economic Formulations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Area Normalization: 1 Hectare = 2.47105 Acres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Weight Normalization: 1 Quintal = 100 kg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Total Production = (Yield in kg/ha * Area in ha) / 100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Gross Revenue = Production (Quintals) * Mandi Price (Rs/Q)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Cultivation Cost = Area (ha) * C2 Comprehensive Cost (Rs/ha)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Net Profit = Gross Revenue - Total Cultivation Cost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ROI (%) = (Net Profit / Total Cost) * 100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Break-Even Yield = Cost per Hectare / Price per kg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Break-Even Price = Total Cost / Total Production (Quintals)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Verification Test Case (Sample Run)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Location: Maharashtra, Vertisols (Black Soil), Kharif Season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Inputs: N=90, P=42, K=43, Temp=21C, Rain=202mm, Hum=82%, pH=6.5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Farm Area: 2.5 Acres (1.012 Hectares)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--------------------------------------------------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Recommended Crop: Rice (90.16% Confidence)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Predicted Yield: 2,113.05 kg/ha (8.55 Quintals/Acre)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Mandi Market Price: Rs 3,680 / Quintal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C2 Cultivation Cost: Rs 56,357 / ha (Rs 22,806 / Acre)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Total Production: 21.38 Quintals (2,137.8 kg)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Gross Revenue: Rs 78,678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Total Cost: Rs 57,017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Estimated Net Profit: Rs 21,660 (ROI: 37.99%)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7D32"/>
                </a:solidFill>
              </a:defRPr>
            </a:pPr>
            <a:r>
              <a:t>SMART CROP ADVISORY SYSTEM</a:t>
            </a:r>
          </a:p>
          <a:p>
            <a:pPr>
              <a:defRPr sz="2400" b="1">
                <a:solidFill>
                  <a:srgbClr val="1B5E20"/>
                </a:solidFill>
              </a:defRPr>
            </a:pPr>
            <a:r>
              <a:t>Streamlit Web Application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Interactive UI Highlights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Agro-Climatic Presets: Gangetic Plains, Deccan Plateau, Semi-Arid Rajasthan, and Coastal Humid for rapid demonstration.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6 Primary KPI Metric Cards: Recommended Crop, Predicted Yield, Market Price, Cultivation Cost, Total Revenue, Net Profit.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Dynamic Scenario Simulation: Sliders allowing farmers to simulate price swings (+/- 40%) and yield shifts to evaluate weather/market risk.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Theme-Adaptive Design: Dark mode and light mode native containers with zero white artifacts.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Report Download: Generates and downloads full custom advisory report as CSV.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1B5E20"/>
                </a:solidFill>
              </a:defRPr>
            </a:pPr>
            <a:r>
              <a:t>Software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Modular Clean Code in src/: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      - src/crop_mapping.py: Canonical normalization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      - src/price_lookup.py: Mandi modal prices &amp; MSP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      - src/cost_lookup.py: CACP state C2 costs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      - src/profit_calculation.py: Unit conversions &amp; INR math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      - src/preprocessing.py: Pipeline transformers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      - src/crop_recommendation.py: Inference class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      - src/yield_prediction.py: Inference class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Automated Pytest Suite: 15/15 unit &amp; integration tests passed.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457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  <a:p>
            <a:pPr>
              <a:spcAft>
                <a:spcPts val="1000"/>
              </a:spcAft>
              <a:defRPr sz="1400">
                <a:solidFill>
                  <a:srgbClr val="DCFCE7"/>
                </a:solidFill>
              </a:defRPr>
            </a:pPr>
            <a:r>
              <a:t>• Summary: Developed a complete, production-grade Smart Crop Advisory System integrating Machine Learning with Agribusiness Economics.</a:t>
            </a:r>
          </a:p>
          <a:p>
            <a:pPr>
              <a:spcAft>
                <a:spcPts val="1000"/>
              </a:spcAft>
              <a:defRPr sz="1400">
                <a:solidFill>
                  <a:srgbClr val="DCFCE7"/>
                </a:solidFill>
              </a:defRPr>
            </a:pPr>
            <a:r>
              <a:t>• High Performance: 99.55% classification accuracy for Crop Recommendation; R2 = 0.8801 for Continuous Yield Prediction.</a:t>
            </a:r>
          </a:p>
          <a:p>
            <a:pPr>
              <a:spcAft>
                <a:spcPts val="1000"/>
              </a:spcAft>
              <a:defRPr sz="1400">
                <a:solidFill>
                  <a:srgbClr val="DCFCE7"/>
                </a:solidFill>
              </a:defRPr>
            </a:pPr>
            <a:r>
              <a:t>• Practical Value: Delivers transparent revenue, cultivation expense, and net profit projections in Indian currency.</a:t>
            </a:r>
          </a:p>
          <a:p>
            <a:pPr>
              <a:spcAft>
                <a:spcPts val="1000"/>
              </a:spcAft>
              <a:defRPr sz="1400">
                <a:solidFill>
                  <a:srgbClr val="DCFCE7"/>
                </a:solidFill>
              </a:defRPr>
            </a:pPr>
            <a:r>
              <a:t>• Future Roadmap 1: IoT soil sensor telemetry for automated real-time NPK and moisture feeds.</a:t>
            </a:r>
          </a:p>
          <a:p>
            <a:pPr>
              <a:spcAft>
                <a:spcPts val="1000"/>
              </a:spcAft>
              <a:defRPr sz="1400">
                <a:solidFill>
                  <a:srgbClr val="DCFCE7"/>
                </a:solidFill>
              </a:defRPr>
            </a:pPr>
            <a:r>
              <a:t>• Future Roadmap 2: Sentinel-2 satellite NDVI imagery integration for crop growth monitoring.</a:t>
            </a:r>
          </a:p>
          <a:p>
            <a:pPr>
              <a:spcAft>
                <a:spcPts val="1000"/>
              </a:spcAft>
              <a:defRPr sz="1400">
                <a:solidFill>
                  <a:srgbClr val="DCFCE7"/>
                </a:solidFill>
              </a:defRPr>
            </a:pPr>
            <a:r>
              <a:t>• Future Roadmap 3: Vernacular regional speech interface for Indian farmers.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